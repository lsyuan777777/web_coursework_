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697599"/>
            <a:ext cx="5724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CosmicLens API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37465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RESTful web service providing programmatic access to NASA's Astronomy Picture of the Day dataset — spanning 31 years of astronomical imagery.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98018"/>
            <a:ext cx="2694742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6278" y="5220414"/>
            <a:ext cx="181451" cy="181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8455" y="5166003"/>
            <a:ext cx="21503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LIU SIYUAN (2022115992)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088279" y="5090398"/>
            <a:ext cx="138303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1987" y="5220414"/>
            <a:ext cx="181451" cy="181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4164" y="5166003"/>
            <a:ext cx="8234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XJCO3011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0584656" y="5090398"/>
            <a:ext cx="150245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28365" y="5220414"/>
            <a:ext cx="181451" cy="1814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00542" y="5166003"/>
            <a:ext cx="9428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5677"/>
            <a:ext cx="4040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10073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Bridging NASA's Cosmos to Developers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13603"/>
            <a:ext cx="4205168" cy="420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3787378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CosmicLens transforms NASA's APOD archive into a developer-friendly middleware layer, enabling everything from simple picture browsing to complex data analysis workflows.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5080159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CRUD for pictures and collections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authentication with bcrypt hashing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endpoints across 4 logical categories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 analytics and search capabilities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840"/>
            <a:ext cx="10817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APOD 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11K+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580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Images and videos curated since 1995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9359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Years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1580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June 16, 1995 to present day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54568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96.3%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06790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photographic content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54568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3.4%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Videos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06790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YouTube and Vimeo embedded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6859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Curated by Dr. Jerry Bonnell and Dr. Robert Nemiroff, with contributions from Hubble, James Webb, and global observatories.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15434"/>
            <a:ext cx="3485078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31758" y="1019056"/>
            <a:ext cx="131668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Built for Performance and Maintainability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731758" y="2614970"/>
            <a:ext cx="13166884" cy="4139684"/>
          </a:xfrm>
          <a:prstGeom prst="roundRect">
            <a:avLst>
              <a:gd name="adj" fmla="val 212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378" y="2622590"/>
            <a:ext cx="13151644" cy="5678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48452" y="2745819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40173" y="2745819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8084" y="2745819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15995" y="2745819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9378" y="3190399"/>
            <a:ext cx="13151644" cy="8891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8452" y="3313628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40173" y="3313628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8084" y="3313628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0.109+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15995" y="3313628"/>
            <a:ext cx="286595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performance, auto OpenAPI docs, async support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9378" y="4079558"/>
            <a:ext cx="13151644" cy="8891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8452" y="4202787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40173" y="4202787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8084" y="4202787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5995" y="4202787"/>
            <a:ext cx="286595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ACID compliance, advanced SQL, native JSON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9378" y="4968716"/>
            <a:ext cx="13151644" cy="8891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8452" y="5091946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40173" y="5091946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SQLAlchemy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8084" y="5091946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2.0+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15995" y="5091946"/>
            <a:ext cx="286595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Type-safe queries, async operations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9378" y="5857875"/>
            <a:ext cx="13151644" cy="8891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8452" y="5981105"/>
            <a:ext cx="286595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40173" y="5981105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+ bcrypt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8084" y="5981105"/>
            <a:ext cx="286214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jose/bcrypt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15995" y="5981105"/>
            <a:ext cx="286595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Stateless tokens, secure hashing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758" y="6971467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technology selected after evaluating alternatives like Flask, Django, Express.js, MySQL, and MongoDB — prioritizing developer experience and long-term maintainability.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12130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27 Endpoints Across 4 Categories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endpoints: register, login, profile, logout. JWT with 7-day expiration.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Pictures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endpoints: list, retrieve, CRUD, search, random, date lookup.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Collections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endpoints: user collections, public browsing, picture management with isolation.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endpoints: overview, media types, timelines, keywords, summaries.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11589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Media Distribution in the Archive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66918"/>
            <a:ext cx="6244709" cy="3617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1166" y="6392125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96.3%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975866" y="2926929"/>
            <a:ext cx="1881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3.4%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5156240" y="4416504"/>
            <a:ext cx="90308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80" y="4453057"/>
            <a:ext cx="91440" cy="91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2930" y="4439364"/>
            <a:ext cx="67448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Images·96.3%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662374" y="4439364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·96.3%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698927" y="4439364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5156240" y="4642009"/>
            <a:ext cx="81676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80" y="4678561"/>
            <a:ext cx="91440" cy="91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2930" y="4664869"/>
            <a:ext cx="58816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Videos·3.4%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5628323" y="4664869"/>
            <a:ext cx="30277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·3.4%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64875" y="466486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5156240" y="4867513"/>
            <a:ext cx="78176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80" y="4904065"/>
            <a:ext cx="91440" cy="914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2930" y="4890373"/>
            <a:ext cx="55316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Other·0.3%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5593318" y="4890373"/>
            <a:ext cx="30277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·0.3%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629870" y="489037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599521" y="2862382"/>
            <a:ext cx="4388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Photographic Universe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99521" y="344352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vast majority of APOD content is photographic imagery captured by space and ground-based observatories. Video content — primarily from YouTube and Vimeo — supplements the archive with dynamic visualizations.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599521" y="50992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content is in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Domain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courtesy of NASA.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3662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Schema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1518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record contains rich metadata enabling powerful search and analytics.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516630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1133951" y="3396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Identifiers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3951" y="3886557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id and publication date (both unique constraints)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82357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1133951" y="4703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33951" y="5193506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Title, explanation, media_url, optional hd_url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13052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26A688"/>
          </a:solidFill>
          <a:ln/>
        </p:spPr>
      </p:sp>
      <p:sp>
        <p:nvSpPr>
          <p:cNvPr id="13" name="Text 10"/>
          <p:cNvSpPr/>
          <p:nvPr/>
        </p:nvSpPr>
        <p:spPr>
          <a:xfrm>
            <a:off x="1133951" y="60100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Metadata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33951" y="6500455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 type, copyright, user-contributed keyword array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8739"/>
            <a:ext cx="44348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TESTING &amp; CHALLENGES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83794"/>
            <a:ext cx="12176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Solving Real Engineering Problems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83273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87779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62087"/>
            <a:ext cx="4070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Initialization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5250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Dockerized PostgreSQL with custom init script for consistent environments.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83273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187779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362087"/>
            <a:ext cx="37201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Import at Scale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852505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parsing of 11,000+ records with inconsistent dates, missing fields, and malformed URLs.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97514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330190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504498"/>
            <a:ext cx="51289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Many-to-Many Relationships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99491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Association table with foreign key constraints and cascade delete rules.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497514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330190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504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 Isolation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599491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Service-layer authorization checks returning 403 Forbidden for unauthorized access.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9756"/>
            <a:ext cx="108938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Limitations &amp; Future Roadmap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908697"/>
            <a:ext cx="6571417" cy="3461147"/>
          </a:xfrm>
          <a:prstGeom prst="roundRect">
            <a:avLst>
              <a:gd name="adj" fmla="val 4719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135511"/>
            <a:ext cx="3522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716655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caching layer — every request hits DB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LIKE only, no fuzzy search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tokens cannot be revoked early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rate limiting on endpoints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URL validation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5511"/>
            <a:ext cx="41180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Planned Improvements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16655"/>
            <a:ext cx="6244709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refresh for extended sessions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Redis caching for analytics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Elasticsearch for fuzzy full-text search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WebSocket real-time suggestions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ML-based recommendation engine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Per-client rate limiting &amp; API keys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006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 &amp; GenAI Reflection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7852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36637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docs at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(Swagger)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/redoc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Containerized via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10232"/>
            <a:ext cx="3501509" cy="1542336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268879" y="4710232"/>
            <a:ext cx="3524131" cy="154233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52367" y="4937046"/>
            <a:ext cx="295715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--host 0.0.0.0 --port 8000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785229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GenAI Usage: High (80-89)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372070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leveraged creatively across architecture, debugging, and learning — not just code generation.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376386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~11 hours saved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code reviewed and understood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declaration per course rules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2026-04-21T11:56:53Z</dcterms:created>
  <dcterms:modified xsi:type="dcterms:W3CDTF">2026-04-21T11:56:53Z</dcterms:modified>
</cp:coreProperties>
</file>